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43891200" cy="32918400"/>
  <p:notesSz cx="6858000" cy="90344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71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1504950" indent="-1047750" algn="l" rtl="0" eaLnBrk="0" fontAlgn="base" hangingPunct="0">
      <a:spcBef>
        <a:spcPct val="0"/>
      </a:spcBef>
      <a:spcAft>
        <a:spcPct val="0"/>
      </a:spcAft>
      <a:defRPr sz="171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3009900" indent="-2095500" algn="l" rtl="0" eaLnBrk="0" fontAlgn="base" hangingPunct="0">
      <a:spcBef>
        <a:spcPct val="0"/>
      </a:spcBef>
      <a:spcAft>
        <a:spcPct val="0"/>
      </a:spcAft>
      <a:defRPr sz="171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4514850" indent="-3143250" algn="l" rtl="0" eaLnBrk="0" fontAlgn="base" hangingPunct="0">
      <a:spcBef>
        <a:spcPct val="0"/>
      </a:spcBef>
      <a:spcAft>
        <a:spcPct val="0"/>
      </a:spcAft>
      <a:defRPr sz="171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6019800" indent="-4191000" algn="l" rtl="0" eaLnBrk="0" fontAlgn="base" hangingPunct="0">
      <a:spcBef>
        <a:spcPct val="0"/>
      </a:spcBef>
      <a:spcAft>
        <a:spcPct val="0"/>
      </a:spcAft>
      <a:defRPr sz="171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71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71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71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71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70">
          <p15:clr>
            <a:srgbClr val="A4A3A4"/>
          </p15:clr>
        </p15:guide>
        <p15:guide id="2" orient="horz" pos="-1862">
          <p15:clr>
            <a:srgbClr val="A4A3A4"/>
          </p15:clr>
        </p15:guide>
        <p15:guide id="3" orient="horz" pos="10368">
          <p15:clr>
            <a:srgbClr val="A4A3A4"/>
          </p15:clr>
        </p15:guide>
        <p15:guide id="4" orient="horz" pos="22283">
          <p15:clr>
            <a:srgbClr val="A4A3A4"/>
          </p15:clr>
        </p15:guide>
        <p15:guide id="5" pos="-41742">
          <p15:clr>
            <a:srgbClr val="A4A3A4"/>
          </p15:clr>
        </p15:guide>
        <p15:guide id="6" pos="13824">
          <p15:clr>
            <a:srgbClr val="A4A3A4"/>
          </p15:clr>
        </p15:guide>
        <p15:guide id="7" pos="69390">
          <p15:clr>
            <a:srgbClr val="A4A3A4"/>
          </p15:clr>
        </p15:guide>
        <p15:guide id="8" pos="-10547">
          <p15:clr>
            <a:srgbClr val="A4A3A4"/>
          </p15:clr>
        </p15:guide>
        <p15:guide id="9" pos="18698">
          <p15:clr>
            <a:srgbClr val="A4A3A4"/>
          </p15:clr>
        </p15:guide>
        <p15:guide id="10" pos="-38818">
          <p15:clr>
            <a:srgbClr val="A4A3A4"/>
          </p15:clr>
        </p15:guide>
        <p15:guide id="11" pos="469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425A"/>
    <a:srgbClr val="243356"/>
    <a:srgbClr val="1E2A5C"/>
    <a:srgbClr val="CEE5FE"/>
    <a:srgbClr val="0155D1"/>
    <a:srgbClr val="095BD3"/>
    <a:srgbClr val="116DF5"/>
    <a:srgbClr val="357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7" autoAdjust="0"/>
  </p:normalViewPr>
  <p:slideViewPr>
    <p:cSldViewPr>
      <p:cViewPr varScale="1">
        <p:scale>
          <a:sx n="14" d="100"/>
          <a:sy n="14" d="100"/>
        </p:scale>
        <p:origin x="1524" y="120"/>
      </p:cViewPr>
      <p:guideLst>
        <p:guide orient="horz" pos="3470"/>
        <p:guide orient="horz" pos="-1862"/>
        <p:guide orient="horz" pos="10368"/>
        <p:guide orient="horz" pos="22283"/>
        <p:guide pos="-41742"/>
        <p:guide pos="13824"/>
        <p:guide pos="69390"/>
        <p:guide pos="-10547"/>
        <p:guide pos="18698"/>
        <p:guide pos="-38818"/>
        <p:guide pos="469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1D865E8-D237-408C-B9AA-496C4E92B2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D41F2EC-F237-4E77-BD41-9F26E59CB04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BBAF269-A3B4-4806-BE2C-5D3F82FAB18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3163" y="677863"/>
            <a:ext cx="4516437" cy="338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F61CE48C-D23A-43B1-B40A-AAB56A33061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291013"/>
            <a:ext cx="5486400" cy="406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FE6B0DC-60AF-4B92-A485-9BF18B899E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580438"/>
            <a:ext cx="2971800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2" rIns="91424" bIns="4571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84796743-9F62-4036-A1B9-BB6B880CBF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580438"/>
            <a:ext cx="2971800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2" rIns="91424" bIns="4571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ED9A3D0-1314-46B1-A403-ED478E1774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39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1504950" algn="l" rtl="0" eaLnBrk="0" fontAlgn="base" hangingPunct="0">
      <a:spcBef>
        <a:spcPct val="30000"/>
      </a:spcBef>
      <a:spcAft>
        <a:spcPct val="0"/>
      </a:spcAft>
      <a:defRPr sz="39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3009900" algn="l" rtl="0" eaLnBrk="0" fontAlgn="base" hangingPunct="0">
      <a:spcBef>
        <a:spcPct val="30000"/>
      </a:spcBef>
      <a:spcAft>
        <a:spcPct val="0"/>
      </a:spcAft>
      <a:defRPr sz="39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4514850" algn="l" rtl="0" eaLnBrk="0" fontAlgn="base" hangingPunct="0">
      <a:spcBef>
        <a:spcPct val="30000"/>
      </a:spcBef>
      <a:spcAft>
        <a:spcPct val="0"/>
      </a:spcAft>
      <a:defRPr sz="39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6019800" algn="l" rtl="0" eaLnBrk="0" fontAlgn="base" hangingPunct="0">
      <a:spcBef>
        <a:spcPct val="30000"/>
      </a:spcBef>
      <a:spcAft>
        <a:spcPct val="0"/>
      </a:spcAft>
      <a:defRPr sz="39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7526145" algn="l" defTabSz="1505229" rtl="0" eaLnBrk="1" latinLnBrk="0" hangingPunct="1">
      <a:defRPr sz="3951" kern="1200">
        <a:solidFill>
          <a:schemeClr val="tx1"/>
        </a:solidFill>
        <a:latin typeface="+mn-lt"/>
        <a:ea typeface="+mn-ea"/>
        <a:cs typeface="+mn-cs"/>
      </a:defRPr>
    </a:lvl6pPr>
    <a:lvl7pPr marL="9031374" algn="l" defTabSz="1505229" rtl="0" eaLnBrk="1" latinLnBrk="0" hangingPunct="1">
      <a:defRPr sz="3951" kern="1200">
        <a:solidFill>
          <a:schemeClr val="tx1"/>
        </a:solidFill>
        <a:latin typeface="+mn-lt"/>
        <a:ea typeface="+mn-ea"/>
        <a:cs typeface="+mn-cs"/>
      </a:defRPr>
    </a:lvl7pPr>
    <a:lvl8pPr marL="10536603" algn="l" defTabSz="1505229" rtl="0" eaLnBrk="1" latinLnBrk="0" hangingPunct="1">
      <a:defRPr sz="3951" kern="1200">
        <a:solidFill>
          <a:schemeClr val="tx1"/>
        </a:solidFill>
        <a:latin typeface="+mn-lt"/>
        <a:ea typeface="+mn-ea"/>
        <a:cs typeface="+mn-cs"/>
      </a:defRPr>
    </a:lvl8pPr>
    <a:lvl9pPr marL="12041831" algn="l" defTabSz="1505229" rtl="0" eaLnBrk="1" latinLnBrk="0" hangingPunct="1">
      <a:defRPr sz="395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88616" y="10228016"/>
            <a:ext cx="37313968" cy="705394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7985" y="18653228"/>
            <a:ext cx="30715242" cy="8413107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1290584" indent="0" algn="ctr">
              <a:buNone/>
              <a:defRPr/>
            </a:lvl2pPr>
            <a:lvl3pPr marL="2581168" indent="0" algn="ctr">
              <a:buNone/>
              <a:defRPr/>
            </a:lvl3pPr>
            <a:lvl4pPr marL="3871752" indent="0" algn="ctr">
              <a:buNone/>
              <a:defRPr/>
            </a:lvl4pPr>
            <a:lvl5pPr marL="5162337" indent="0" algn="ctr">
              <a:buNone/>
              <a:defRPr/>
            </a:lvl5pPr>
            <a:lvl6pPr marL="6452921" indent="0" algn="ctr">
              <a:buNone/>
              <a:defRPr/>
            </a:lvl6pPr>
            <a:lvl7pPr marL="7743505" indent="0" algn="ctr">
              <a:buNone/>
              <a:defRPr/>
            </a:lvl7pPr>
            <a:lvl8pPr marL="9034089" indent="0" algn="ctr">
              <a:buNone/>
              <a:defRPr/>
            </a:lvl8pPr>
            <a:lvl9pPr marL="1032467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005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412" y="1318835"/>
            <a:ext cx="39506379" cy="548505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2412" y="7679079"/>
            <a:ext cx="39506379" cy="21726468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643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321" y="21153765"/>
            <a:ext cx="37303218" cy="6537701"/>
          </a:xfrm>
          <a:prstGeom prst="rect">
            <a:avLst/>
          </a:prstGeom>
        </p:spPr>
        <p:txBody>
          <a:bodyPr vert="horz" anchor="t"/>
          <a:lstStyle>
            <a:lvl1pPr algn="l">
              <a:defRPr sz="1129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321" y="13950599"/>
            <a:ext cx="37303218" cy="7203169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5646"/>
            </a:lvl1pPr>
            <a:lvl2pPr marL="1290584" indent="0">
              <a:buNone/>
              <a:defRPr sz="5081"/>
            </a:lvl2pPr>
            <a:lvl3pPr marL="2581168" indent="0">
              <a:buNone/>
              <a:defRPr sz="4516"/>
            </a:lvl3pPr>
            <a:lvl4pPr marL="3871752" indent="0">
              <a:buNone/>
              <a:defRPr sz="3952"/>
            </a:lvl4pPr>
            <a:lvl5pPr marL="5162337" indent="0">
              <a:buNone/>
              <a:defRPr sz="3952"/>
            </a:lvl5pPr>
            <a:lvl6pPr marL="6452921" indent="0">
              <a:buNone/>
              <a:defRPr sz="3952"/>
            </a:lvl6pPr>
            <a:lvl7pPr marL="7743505" indent="0">
              <a:buNone/>
              <a:defRPr sz="3952"/>
            </a:lvl7pPr>
            <a:lvl8pPr marL="9034089" indent="0">
              <a:buNone/>
              <a:defRPr sz="3952"/>
            </a:lvl8pPr>
            <a:lvl9pPr marL="10324673" indent="0">
              <a:buNone/>
              <a:defRPr sz="39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699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412" y="1318835"/>
            <a:ext cx="39506379" cy="548505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2421" y="7679079"/>
            <a:ext cx="19237328" cy="21726468"/>
          </a:xfrm>
          <a:prstGeom prst="rect">
            <a:avLst/>
          </a:prstGeom>
        </p:spPr>
        <p:txBody>
          <a:bodyPr vert="horz"/>
          <a:lstStyle>
            <a:lvl1pPr>
              <a:defRPr sz="7904"/>
            </a:lvl1pPr>
            <a:lvl2pPr>
              <a:defRPr sz="6775"/>
            </a:lvl2pPr>
            <a:lvl3pPr>
              <a:defRPr sz="5646"/>
            </a:lvl3pPr>
            <a:lvl4pPr>
              <a:defRPr sz="5081"/>
            </a:lvl4pPr>
            <a:lvl5pPr>
              <a:defRPr sz="5081"/>
            </a:lvl5pPr>
            <a:lvl6pPr>
              <a:defRPr sz="5081"/>
            </a:lvl6pPr>
            <a:lvl7pPr>
              <a:defRPr sz="5081"/>
            </a:lvl7pPr>
            <a:lvl8pPr>
              <a:defRPr sz="5081"/>
            </a:lvl8pPr>
            <a:lvl9pPr>
              <a:defRPr sz="50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461464" y="7679079"/>
            <a:ext cx="19237328" cy="21726468"/>
          </a:xfrm>
          <a:prstGeom prst="rect">
            <a:avLst/>
          </a:prstGeom>
        </p:spPr>
        <p:txBody>
          <a:bodyPr vert="horz"/>
          <a:lstStyle>
            <a:lvl1pPr>
              <a:defRPr sz="7904"/>
            </a:lvl1pPr>
            <a:lvl2pPr>
              <a:defRPr sz="6775"/>
            </a:lvl2pPr>
            <a:lvl3pPr>
              <a:defRPr sz="5646"/>
            </a:lvl3pPr>
            <a:lvl4pPr>
              <a:defRPr sz="5081"/>
            </a:lvl4pPr>
            <a:lvl5pPr>
              <a:defRPr sz="5081"/>
            </a:lvl5pPr>
            <a:lvl6pPr>
              <a:defRPr sz="5081"/>
            </a:lvl6pPr>
            <a:lvl7pPr>
              <a:defRPr sz="5081"/>
            </a:lvl7pPr>
            <a:lvl8pPr>
              <a:defRPr sz="5081"/>
            </a:lvl8pPr>
            <a:lvl9pPr>
              <a:defRPr sz="50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663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412" y="1318835"/>
            <a:ext cx="39506379" cy="5485055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2411" y="7368533"/>
            <a:ext cx="19398538" cy="306921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6775" b="1"/>
            </a:lvl1pPr>
            <a:lvl2pPr marL="1290584" indent="0">
              <a:buNone/>
              <a:defRPr sz="5646" b="1"/>
            </a:lvl2pPr>
            <a:lvl3pPr marL="2581168" indent="0">
              <a:buNone/>
              <a:defRPr sz="5081" b="1"/>
            </a:lvl3pPr>
            <a:lvl4pPr marL="3871752" indent="0">
              <a:buNone/>
              <a:defRPr sz="4516" b="1"/>
            </a:lvl4pPr>
            <a:lvl5pPr marL="5162337" indent="0">
              <a:buNone/>
              <a:defRPr sz="4516" b="1"/>
            </a:lvl5pPr>
            <a:lvl6pPr marL="6452921" indent="0">
              <a:buNone/>
              <a:defRPr sz="4516" b="1"/>
            </a:lvl6pPr>
            <a:lvl7pPr marL="7743505" indent="0">
              <a:buNone/>
              <a:defRPr sz="4516" b="1"/>
            </a:lvl7pPr>
            <a:lvl8pPr marL="9034089" indent="0">
              <a:buNone/>
              <a:defRPr sz="4516" b="1"/>
            </a:lvl8pPr>
            <a:lvl9pPr marL="10324673" indent="0">
              <a:buNone/>
              <a:defRPr sz="45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2411" y="10437739"/>
            <a:ext cx="19398538" cy="18967808"/>
          </a:xfrm>
          <a:prstGeom prst="rect">
            <a:avLst/>
          </a:prstGeom>
        </p:spPr>
        <p:txBody>
          <a:bodyPr vert="horz"/>
          <a:lstStyle>
            <a:lvl1pPr>
              <a:defRPr sz="6775"/>
            </a:lvl1pPr>
            <a:lvl2pPr>
              <a:defRPr sz="5646"/>
            </a:lvl2pPr>
            <a:lvl3pPr>
              <a:defRPr sz="5081"/>
            </a:lvl3pPr>
            <a:lvl4pPr>
              <a:defRPr sz="4516"/>
            </a:lvl4pPr>
            <a:lvl5pPr>
              <a:defRPr sz="4516"/>
            </a:lvl5pPr>
            <a:lvl6pPr>
              <a:defRPr sz="4516"/>
            </a:lvl6pPr>
            <a:lvl7pPr>
              <a:defRPr sz="4516"/>
            </a:lvl7pPr>
            <a:lvl8pPr>
              <a:defRPr sz="4516"/>
            </a:lvl8pPr>
            <a:lvl9pPr>
              <a:defRPr sz="451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300261" y="7368533"/>
            <a:ext cx="19398531" cy="306921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6775" b="1"/>
            </a:lvl1pPr>
            <a:lvl2pPr marL="1290584" indent="0">
              <a:buNone/>
              <a:defRPr sz="5646" b="1"/>
            </a:lvl2pPr>
            <a:lvl3pPr marL="2581168" indent="0">
              <a:buNone/>
              <a:defRPr sz="5081" b="1"/>
            </a:lvl3pPr>
            <a:lvl4pPr marL="3871752" indent="0">
              <a:buNone/>
              <a:defRPr sz="4516" b="1"/>
            </a:lvl4pPr>
            <a:lvl5pPr marL="5162337" indent="0">
              <a:buNone/>
              <a:defRPr sz="4516" b="1"/>
            </a:lvl5pPr>
            <a:lvl6pPr marL="6452921" indent="0">
              <a:buNone/>
              <a:defRPr sz="4516" b="1"/>
            </a:lvl6pPr>
            <a:lvl7pPr marL="7743505" indent="0">
              <a:buNone/>
              <a:defRPr sz="4516" b="1"/>
            </a:lvl7pPr>
            <a:lvl8pPr marL="9034089" indent="0">
              <a:buNone/>
              <a:defRPr sz="4516" b="1"/>
            </a:lvl8pPr>
            <a:lvl9pPr marL="10324673" indent="0">
              <a:buNone/>
              <a:defRPr sz="45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300261" y="10437739"/>
            <a:ext cx="19398531" cy="18967808"/>
          </a:xfrm>
          <a:prstGeom prst="rect">
            <a:avLst/>
          </a:prstGeom>
        </p:spPr>
        <p:txBody>
          <a:bodyPr vert="horz"/>
          <a:lstStyle>
            <a:lvl1pPr>
              <a:defRPr sz="6775"/>
            </a:lvl1pPr>
            <a:lvl2pPr>
              <a:defRPr sz="5646"/>
            </a:lvl2pPr>
            <a:lvl3pPr>
              <a:defRPr sz="5081"/>
            </a:lvl3pPr>
            <a:lvl4pPr>
              <a:defRPr sz="4516"/>
            </a:lvl4pPr>
            <a:lvl5pPr>
              <a:defRPr sz="4516"/>
            </a:lvl5pPr>
            <a:lvl6pPr>
              <a:defRPr sz="4516"/>
            </a:lvl6pPr>
            <a:lvl7pPr>
              <a:defRPr sz="4516"/>
            </a:lvl7pPr>
            <a:lvl8pPr>
              <a:defRPr sz="4516"/>
            </a:lvl8pPr>
            <a:lvl9pPr>
              <a:defRPr sz="451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0183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412" y="1318835"/>
            <a:ext cx="39506379" cy="548505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5245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895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412" y="1310768"/>
            <a:ext cx="14444117" cy="5577817"/>
          </a:xfrm>
          <a:prstGeom prst="rect">
            <a:avLst/>
          </a:prstGeom>
        </p:spPr>
        <p:txBody>
          <a:bodyPr vert="horz" anchor="b"/>
          <a:lstStyle>
            <a:lvl1pPr algn="l">
              <a:defRPr sz="564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3140" y="1310769"/>
            <a:ext cx="24535650" cy="28094778"/>
          </a:xfrm>
          <a:prstGeom prst="rect">
            <a:avLst/>
          </a:prstGeom>
        </p:spPr>
        <p:txBody>
          <a:bodyPr vert="horz"/>
          <a:lstStyle>
            <a:lvl1pPr>
              <a:defRPr sz="9033"/>
            </a:lvl1pPr>
            <a:lvl2pPr>
              <a:defRPr sz="7904"/>
            </a:lvl2pPr>
            <a:lvl3pPr>
              <a:defRPr sz="6775"/>
            </a:lvl3pPr>
            <a:lvl4pPr>
              <a:defRPr sz="5646"/>
            </a:lvl4pPr>
            <a:lvl5pPr>
              <a:defRPr sz="5646"/>
            </a:lvl5pPr>
            <a:lvl6pPr>
              <a:defRPr sz="5646"/>
            </a:lvl6pPr>
            <a:lvl7pPr>
              <a:defRPr sz="5646"/>
            </a:lvl7pPr>
            <a:lvl8pPr>
              <a:defRPr sz="5646"/>
            </a:lvl8pPr>
            <a:lvl9pPr>
              <a:defRPr sz="56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2412" y="6888586"/>
            <a:ext cx="14444117" cy="2251696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952"/>
            </a:lvl1pPr>
            <a:lvl2pPr marL="1290584" indent="0">
              <a:buNone/>
              <a:defRPr sz="3387"/>
            </a:lvl2pPr>
            <a:lvl3pPr marL="2581168" indent="0">
              <a:buNone/>
              <a:defRPr sz="2823"/>
            </a:lvl3pPr>
            <a:lvl4pPr marL="3871752" indent="0">
              <a:buNone/>
              <a:defRPr sz="2541"/>
            </a:lvl4pPr>
            <a:lvl5pPr marL="5162337" indent="0">
              <a:buNone/>
              <a:defRPr sz="2541"/>
            </a:lvl5pPr>
            <a:lvl6pPr marL="6452921" indent="0">
              <a:buNone/>
              <a:defRPr sz="2541"/>
            </a:lvl6pPr>
            <a:lvl7pPr marL="7743505" indent="0">
              <a:buNone/>
              <a:defRPr sz="2541"/>
            </a:lvl7pPr>
            <a:lvl8pPr marL="9034089" indent="0">
              <a:buNone/>
              <a:defRPr sz="2541"/>
            </a:lvl8pPr>
            <a:lvl9pPr marL="10324673" indent="0">
              <a:buNone/>
              <a:defRPr sz="25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902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7699" y="23041268"/>
            <a:ext cx="26341171" cy="2722361"/>
          </a:xfrm>
          <a:prstGeom prst="rect">
            <a:avLst/>
          </a:prstGeom>
        </p:spPr>
        <p:txBody>
          <a:bodyPr vert="horz" anchor="b"/>
          <a:lstStyle>
            <a:lvl1pPr algn="l">
              <a:defRPr sz="564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597699" y="2940156"/>
            <a:ext cx="26341171" cy="1975023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9033"/>
            </a:lvl1pPr>
            <a:lvl2pPr marL="1290584" indent="0">
              <a:buNone/>
              <a:defRPr sz="7904"/>
            </a:lvl2pPr>
            <a:lvl3pPr marL="2581168" indent="0">
              <a:buNone/>
              <a:defRPr sz="6775"/>
            </a:lvl3pPr>
            <a:lvl4pPr marL="3871752" indent="0">
              <a:buNone/>
              <a:defRPr sz="5646"/>
            </a:lvl4pPr>
            <a:lvl5pPr marL="5162337" indent="0">
              <a:buNone/>
              <a:defRPr sz="5646"/>
            </a:lvl5pPr>
            <a:lvl6pPr marL="6452921" indent="0">
              <a:buNone/>
              <a:defRPr sz="5646"/>
            </a:lvl6pPr>
            <a:lvl7pPr marL="7743505" indent="0">
              <a:buNone/>
              <a:defRPr sz="5646"/>
            </a:lvl7pPr>
            <a:lvl8pPr marL="9034089" indent="0">
              <a:buNone/>
              <a:defRPr sz="5646"/>
            </a:lvl8pPr>
            <a:lvl9pPr marL="10324673" indent="0">
              <a:buNone/>
              <a:defRPr sz="5646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97699" y="25763633"/>
            <a:ext cx="26341171" cy="386373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952"/>
            </a:lvl1pPr>
            <a:lvl2pPr marL="1290584" indent="0">
              <a:buNone/>
              <a:defRPr sz="3387"/>
            </a:lvl2pPr>
            <a:lvl3pPr marL="2581168" indent="0">
              <a:buNone/>
              <a:defRPr sz="2823"/>
            </a:lvl3pPr>
            <a:lvl4pPr marL="3871752" indent="0">
              <a:buNone/>
              <a:defRPr sz="2541"/>
            </a:lvl4pPr>
            <a:lvl5pPr marL="5162337" indent="0">
              <a:buNone/>
              <a:defRPr sz="2541"/>
            </a:lvl5pPr>
            <a:lvl6pPr marL="6452921" indent="0">
              <a:buNone/>
              <a:defRPr sz="2541"/>
            </a:lvl6pPr>
            <a:lvl7pPr marL="7743505" indent="0">
              <a:buNone/>
              <a:defRPr sz="2541"/>
            </a:lvl7pPr>
            <a:lvl8pPr marL="9034089" indent="0">
              <a:buNone/>
              <a:defRPr sz="2541"/>
            </a:lvl8pPr>
            <a:lvl9pPr marL="10324673" indent="0">
              <a:buNone/>
              <a:defRPr sz="25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9361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412" y="1318835"/>
            <a:ext cx="39506379" cy="548505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2412" y="7679079"/>
            <a:ext cx="39506379" cy="2172646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506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2198" y="1318835"/>
            <a:ext cx="9876592" cy="28086711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2410" y="1318835"/>
            <a:ext cx="28598066" cy="2808671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524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260725" rtl="0" eaLnBrk="0" fontAlgn="base" hangingPunct="0">
        <a:spcBef>
          <a:spcPct val="0"/>
        </a:spcBef>
        <a:spcAft>
          <a:spcPct val="0"/>
        </a:spcAft>
        <a:defRPr sz="15800">
          <a:solidFill>
            <a:schemeClr val="tx2"/>
          </a:solidFill>
          <a:latin typeface="+mj-lt"/>
          <a:ea typeface="ＭＳ Ｐゴシック" pitchFamily="34" charset="-128"/>
          <a:cs typeface="+mj-cs"/>
        </a:defRPr>
      </a:lvl1pPr>
      <a:lvl2pPr algn="ctr" defTabSz="3260725" rtl="0" eaLnBrk="0" fontAlgn="base" hangingPunct="0">
        <a:spcBef>
          <a:spcPct val="0"/>
        </a:spcBef>
        <a:spcAft>
          <a:spcPct val="0"/>
        </a:spcAft>
        <a:defRPr sz="15800">
          <a:solidFill>
            <a:schemeClr val="tx2"/>
          </a:solidFill>
          <a:latin typeface="Arial" charset="0"/>
          <a:ea typeface="ＭＳ Ｐゴシック" pitchFamily="34" charset="-128"/>
        </a:defRPr>
      </a:lvl2pPr>
      <a:lvl3pPr algn="ctr" defTabSz="3260725" rtl="0" eaLnBrk="0" fontAlgn="base" hangingPunct="0">
        <a:spcBef>
          <a:spcPct val="0"/>
        </a:spcBef>
        <a:spcAft>
          <a:spcPct val="0"/>
        </a:spcAft>
        <a:defRPr sz="15800">
          <a:solidFill>
            <a:schemeClr val="tx2"/>
          </a:solidFill>
          <a:latin typeface="Arial" charset="0"/>
          <a:ea typeface="ＭＳ Ｐゴシック" pitchFamily="34" charset="-128"/>
        </a:defRPr>
      </a:lvl3pPr>
      <a:lvl4pPr algn="ctr" defTabSz="3260725" rtl="0" eaLnBrk="0" fontAlgn="base" hangingPunct="0">
        <a:spcBef>
          <a:spcPct val="0"/>
        </a:spcBef>
        <a:spcAft>
          <a:spcPct val="0"/>
        </a:spcAft>
        <a:defRPr sz="15800">
          <a:solidFill>
            <a:schemeClr val="tx2"/>
          </a:solidFill>
          <a:latin typeface="Arial" charset="0"/>
          <a:ea typeface="ＭＳ Ｐゴシック" pitchFamily="34" charset="-128"/>
        </a:defRPr>
      </a:lvl4pPr>
      <a:lvl5pPr algn="ctr" defTabSz="3260725" rtl="0" eaLnBrk="0" fontAlgn="base" hangingPunct="0">
        <a:spcBef>
          <a:spcPct val="0"/>
        </a:spcBef>
        <a:spcAft>
          <a:spcPct val="0"/>
        </a:spcAft>
        <a:defRPr sz="15800">
          <a:solidFill>
            <a:schemeClr val="tx2"/>
          </a:solidFill>
          <a:latin typeface="Arial" charset="0"/>
          <a:ea typeface="ＭＳ Ｐゴシック" pitchFamily="34" charset="-128"/>
        </a:defRPr>
      </a:lvl5pPr>
      <a:lvl6pPr marL="1290584" algn="ctr" defTabSz="3262310" rtl="0" fontAlgn="base">
        <a:spcBef>
          <a:spcPct val="0"/>
        </a:spcBef>
        <a:spcAft>
          <a:spcPct val="0"/>
        </a:spcAft>
        <a:defRPr sz="15808">
          <a:solidFill>
            <a:schemeClr val="tx2"/>
          </a:solidFill>
          <a:latin typeface="Arial" charset="0"/>
        </a:defRPr>
      </a:lvl6pPr>
      <a:lvl7pPr marL="2581168" algn="ctr" defTabSz="3262310" rtl="0" fontAlgn="base">
        <a:spcBef>
          <a:spcPct val="0"/>
        </a:spcBef>
        <a:spcAft>
          <a:spcPct val="0"/>
        </a:spcAft>
        <a:defRPr sz="15808">
          <a:solidFill>
            <a:schemeClr val="tx2"/>
          </a:solidFill>
          <a:latin typeface="Arial" charset="0"/>
        </a:defRPr>
      </a:lvl7pPr>
      <a:lvl8pPr marL="3871752" algn="ctr" defTabSz="3262310" rtl="0" fontAlgn="base">
        <a:spcBef>
          <a:spcPct val="0"/>
        </a:spcBef>
        <a:spcAft>
          <a:spcPct val="0"/>
        </a:spcAft>
        <a:defRPr sz="15808">
          <a:solidFill>
            <a:schemeClr val="tx2"/>
          </a:solidFill>
          <a:latin typeface="Arial" charset="0"/>
        </a:defRPr>
      </a:lvl8pPr>
      <a:lvl9pPr marL="5162337" algn="ctr" defTabSz="3262310" rtl="0" fontAlgn="base">
        <a:spcBef>
          <a:spcPct val="0"/>
        </a:spcBef>
        <a:spcAft>
          <a:spcPct val="0"/>
        </a:spcAft>
        <a:defRPr sz="15808">
          <a:solidFill>
            <a:schemeClr val="tx2"/>
          </a:solidFill>
          <a:latin typeface="Arial" charset="0"/>
        </a:defRPr>
      </a:lvl9pPr>
    </p:titleStyle>
    <p:bodyStyle>
      <a:lvl1pPr marL="1222375" indent="-1222375" algn="l" defTabSz="3260725" rtl="0" eaLnBrk="0" fontAlgn="base" hangingPunct="0">
        <a:spcBef>
          <a:spcPct val="20000"/>
        </a:spcBef>
        <a:spcAft>
          <a:spcPct val="0"/>
        </a:spcAft>
        <a:buChar char="•"/>
        <a:defRPr sz="1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1pPr>
      <a:lvl2pPr marL="2652713" indent="-1020763" algn="l" defTabSz="3260725" rtl="0" eaLnBrk="0" fontAlgn="base" hangingPunct="0">
        <a:spcBef>
          <a:spcPct val="20000"/>
        </a:spcBef>
        <a:spcAft>
          <a:spcPct val="0"/>
        </a:spcAft>
        <a:buChar char="–"/>
        <a:defRPr sz="10100">
          <a:solidFill>
            <a:schemeClr val="tx1"/>
          </a:solidFill>
          <a:latin typeface="+mn-lt"/>
          <a:ea typeface="ＭＳ Ｐゴシック" charset="-128"/>
        </a:defRPr>
      </a:lvl2pPr>
      <a:lvl3pPr marL="4076700" indent="-814388" algn="l" defTabSz="3260725" rtl="0" eaLnBrk="0" fontAlgn="base" hangingPunct="0">
        <a:spcBef>
          <a:spcPct val="20000"/>
        </a:spcBef>
        <a:spcAft>
          <a:spcPct val="0"/>
        </a:spcAft>
        <a:buChar char="•"/>
        <a:defRPr sz="8400">
          <a:solidFill>
            <a:schemeClr val="tx1"/>
          </a:solidFill>
          <a:latin typeface="+mn-lt"/>
          <a:ea typeface="ＭＳ Ｐゴシック" charset="-128"/>
        </a:defRPr>
      </a:lvl3pPr>
      <a:lvl4pPr marL="5713413" indent="-819150" algn="l" defTabSz="3260725" rtl="0" eaLnBrk="0" fontAlgn="base" hangingPunct="0">
        <a:spcBef>
          <a:spcPct val="20000"/>
        </a:spcBef>
        <a:spcAft>
          <a:spcPct val="0"/>
        </a:spcAft>
        <a:buChar char="–"/>
        <a:defRPr sz="7000">
          <a:solidFill>
            <a:schemeClr val="tx1"/>
          </a:solidFill>
          <a:latin typeface="+mn-lt"/>
          <a:ea typeface="ＭＳ Ｐゴシック" charset="-128"/>
        </a:defRPr>
      </a:lvl4pPr>
      <a:lvl5pPr marL="7339013" indent="-814388" algn="l" defTabSz="3260725" rtl="0" eaLnBrk="0" fontAlgn="base" hangingPunct="0">
        <a:spcBef>
          <a:spcPct val="20000"/>
        </a:spcBef>
        <a:spcAft>
          <a:spcPct val="0"/>
        </a:spcAft>
        <a:buChar char="»"/>
        <a:defRPr sz="7000">
          <a:solidFill>
            <a:schemeClr val="tx1"/>
          </a:solidFill>
          <a:latin typeface="+mn-lt"/>
          <a:ea typeface="ＭＳ Ｐゴシック" charset="-128"/>
        </a:defRPr>
      </a:lvl5pPr>
      <a:lvl6pPr marL="8630782" indent="-815577" algn="l" defTabSz="3262310" rtl="0" fontAlgn="base">
        <a:spcBef>
          <a:spcPct val="20000"/>
        </a:spcBef>
        <a:spcAft>
          <a:spcPct val="0"/>
        </a:spcAft>
        <a:buChar char="»"/>
        <a:defRPr sz="7057">
          <a:solidFill>
            <a:schemeClr val="tx1"/>
          </a:solidFill>
          <a:latin typeface="+mn-lt"/>
          <a:ea typeface="ＭＳ Ｐゴシック" charset="-128"/>
        </a:defRPr>
      </a:lvl6pPr>
      <a:lvl7pPr marL="9921366" indent="-815577" algn="l" defTabSz="3262310" rtl="0" fontAlgn="base">
        <a:spcBef>
          <a:spcPct val="20000"/>
        </a:spcBef>
        <a:spcAft>
          <a:spcPct val="0"/>
        </a:spcAft>
        <a:buChar char="»"/>
        <a:defRPr sz="7057">
          <a:solidFill>
            <a:schemeClr val="tx1"/>
          </a:solidFill>
          <a:latin typeface="+mn-lt"/>
          <a:ea typeface="ＭＳ Ｐゴシック" charset="-128"/>
        </a:defRPr>
      </a:lvl7pPr>
      <a:lvl8pPr marL="11211950" indent="-815577" algn="l" defTabSz="3262310" rtl="0" fontAlgn="base">
        <a:spcBef>
          <a:spcPct val="20000"/>
        </a:spcBef>
        <a:spcAft>
          <a:spcPct val="0"/>
        </a:spcAft>
        <a:buChar char="»"/>
        <a:defRPr sz="7057">
          <a:solidFill>
            <a:schemeClr val="tx1"/>
          </a:solidFill>
          <a:latin typeface="+mn-lt"/>
          <a:ea typeface="ＭＳ Ｐゴシック" charset="-128"/>
        </a:defRPr>
      </a:lvl8pPr>
      <a:lvl9pPr marL="12502534" indent="-815577" algn="l" defTabSz="3262310" rtl="0" fontAlgn="base">
        <a:spcBef>
          <a:spcPct val="20000"/>
        </a:spcBef>
        <a:spcAft>
          <a:spcPct val="0"/>
        </a:spcAft>
        <a:buChar char="»"/>
        <a:defRPr sz="7057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1290584" rtl="0" eaLnBrk="1" latinLnBrk="0" hangingPunct="1">
        <a:defRPr sz="5081" kern="1200">
          <a:solidFill>
            <a:schemeClr val="tx1"/>
          </a:solidFill>
          <a:latin typeface="+mn-lt"/>
          <a:ea typeface="+mn-ea"/>
          <a:cs typeface="+mn-cs"/>
        </a:defRPr>
      </a:lvl1pPr>
      <a:lvl2pPr marL="1290584" algn="l" defTabSz="1290584" rtl="0" eaLnBrk="1" latinLnBrk="0" hangingPunct="1">
        <a:defRPr sz="5081" kern="1200">
          <a:solidFill>
            <a:schemeClr val="tx1"/>
          </a:solidFill>
          <a:latin typeface="+mn-lt"/>
          <a:ea typeface="+mn-ea"/>
          <a:cs typeface="+mn-cs"/>
        </a:defRPr>
      </a:lvl2pPr>
      <a:lvl3pPr marL="2581168" algn="l" defTabSz="1290584" rtl="0" eaLnBrk="1" latinLnBrk="0" hangingPunct="1">
        <a:defRPr sz="5081" kern="1200">
          <a:solidFill>
            <a:schemeClr val="tx1"/>
          </a:solidFill>
          <a:latin typeface="+mn-lt"/>
          <a:ea typeface="+mn-ea"/>
          <a:cs typeface="+mn-cs"/>
        </a:defRPr>
      </a:lvl3pPr>
      <a:lvl4pPr marL="3871752" algn="l" defTabSz="1290584" rtl="0" eaLnBrk="1" latinLnBrk="0" hangingPunct="1">
        <a:defRPr sz="5081" kern="1200">
          <a:solidFill>
            <a:schemeClr val="tx1"/>
          </a:solidFill>
          <a:latin typeface="+mn-lt"/>
          <a:ea typeface="+mn-ea"/>
          <a:cs typeface="+mn-cs"/>
        </a:defRPr>
      </a:lvl4pPr>
      <a:lvl5pPr marL="5162337" algn="l" defTabSz="1290584" rtl="0" eaLnBrk="1" latinLnBrk="0" hangingPunct="1">
        <a:defRPr sz="5081" kern="1200">
          <a:solidFill>
            <a:schemeClr val="tx1"/>
          </a:solidFill>
          <a:latin typeface="+mn-lt"/>
          <a:ea typeface="+mn-ea"/>
          <a:cs typeface="+mn-cs"/>
        </a:defRPr>
      </a:lvl5pPr>
      <a:lvl6pPr marL="6452921" algn="l" defTabSz="1290584" rtl="0" eaLnBrk="1" latinLnBrk="0" hangingPunct="1">
        <a:defRPr sz="5081" kern="1200">
          <a:solidFill>
            <a:schemeClr val="tx1"/>
          </a:solidFill>
          <a:latin typeface="+mn-lt"/>
          <a:ea typeface="+mn-ea"/>
          <a:cs typeface="+mn-cs"/>
        </a:defRPr>
      </a:lvl6pPr>
      <a:lvl7pPr marL="7743505" algn="l" defTabSz="1290584" rtl="0" eaLnBrk="1" latinLnBrk="0" hangingPunct="1">
        <a:defRPr sz="5081" kern="1200">
          <a:solidFill>
            <a:schemeClr val="tx1"/>
          </a:solidFill>
          <a:latin typeface="+mn-lt"/>
          <a:ea typeface="+mn-ea"/>
          <a:cs typeface="+mn-cs"/>
        </a:defRPr>
      </a:lvl7pPr>
      <a:lvl8pPr marL="9034089" algn="l" defTabSz="1290584" rtl="0" eaLnBrk="1" latinLnBrk="0" hangingPunct="1">
        <a:defRPr sz="5081" kern="1200">
          <a:solidFill>
            <a:schemeClr val="tx1"/>
          </a:solidFill>
          <a:latin typeface="+mn-lt"/>
          <a:ea typeface="+mn-ea"/>
          <a:cs typeface="+mn-cs"/>
        </a:defRPr>
      </a:lvl8pPr>
      <a:lvl9pPr marL="10324673" algn="l" defTabSz="1290584" rtl="0" eaLnBrk="1" latinLnBrk="0" hangingPunct="1">
        <a:defRPr sz="50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1">
            <a:extLst>
              <a:ext uri="{FF2B5EF4-FFF2-40B4-BE49-F238E27FC236}">
                <a16:creationId xmlns:a16="http://schemas.microsoft.com/office/drawing/2014/main" id="{4DA05972-3B89-4DB0-9C38-E1B5E9928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681038"/>
            <a:ext cx="3635692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ts val="9875"/>
              </a:lnSpc>
            </a:pPr>
            <a:r>
              <a:rPr lang="en-US" altLang="en-US" sz="7200" b="1">
                <a:solidFill>
                  <a:srgbClr val="21425A"/>
                </a:solidFill>
                <a:latin typeface="Calibri" panose="020F0502020204030204" pitchFamily="34" charset="0"/>
              </a:rPr>
              <a:t>Title here</a:t>
            </a:r>
          </a:p>
        </p:txBody>
      </p:sp>
      <p:sp>
        <p:nvSpPr>
          <p:cNvPr id="2051" name="TextBox 2">
            <a:extLst>
              <a:ext uri="{FF2B5EF4-FFF2-40B4-BE49-F238E27FC236}">
                <a16:creationId xmlns:a16="http://schemas.microsoft.com/office/drawing/2014/main" id="{CB5811B5-0436-4932-891A-D44F18CF6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2493963"/>
            <a:ext cx="36315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>
                <a:solidFill>
                  <a:srgbClr val="21425A"/>
                </a:solidFill>
                <a:latin typeface="Calibri" panose="020F0502020204030204" pitchFamily="34" charset="0"/>
              </a:rPr>
              <a:t>Authors and affiliations</a:t>
            </a:r>
          </a:p>
        </p:txBody>
      </p:sp>
      <p:sp>
        <p:nvSpPr>
          <p:cNvPr id="2052" name="TextBox 9">
            <a:extLst>
              <a:ext uri="{FF2B5EF4-FFF2-40B4-BE49-F238E27FC236}">
                <a16:creationId xmlns:a16="http://schemas.microsoft.com/office/drawing/2014/main" id="{A4DA78A8-7DBB-46D6-A12D-4344D45E0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8153400"/>
            <a:ext cx="19405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/>
            <a:r>
              <a:rPr lang="en-US" altLang="en-US" sz="3600">
                <a:solidFill>
                  <a:srgbClr val="21425A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rPr>
              <a:t>Put text here</a:t>
            </a:r>
          </a:p>
        </p:txBody>
      </p:sp>
      <p:sp>
        <p:nvSpPr>
          <p:cNvPr id="2053" name="TextBox 45">
            <a:extLst>
              <a:ext uri="{FF2B5EF4-FFF2-40B4-BE49-F238E27FC236}">
                <a16:creationId xmlns:a16="http://schemas.microsoft.com/office/drawing/2014/main" id="{E64E416A-4070-4E1A-B6A8-B363B2FAC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7600" y="8153400"/>
            <a:ext cx="20088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/>
            <a:r>
              <a:rPr lang="en-US" altLang="en-US" sz="3600">
                <a:solidFill>
                  <a:srgbClr val="21425A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rPr>
              <a:t>Put text here</a:t>
            </a:r>
          </a:p>
        </p:txBody>
      </p:sp>
      <p:sp>
        <p:nvSpPr>
          <p:cNvPr id="2054" name="TextBox 61">
            <a:extLst>
              <a:ext uri="{FF2B5EF4-FFF2-40B4-BE49-F238E27FC236}">
                <a16:creationId xmlns:a16="http://schemas.microsoft.com/office/drawing/2014/main" id="{FA7E8C9E-D084-4DA0-A200-26232F658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7600" y="21793200"/>
            <a:ext cx="20088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/>
            <a:r>
              <a:rPr lang="en-US" altLang="en-US" sz="3600">
                <a:solidFill>
                  <a:srgbClr val="21425A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rPr>
              <a:t>Put text here</a:t>
            </a:r>
            <a:endParaRPr lang="en-US" altLang="en-US" sz="3600">
              <a:solidFill>
                <a:srgbClr val="21425A"/>
              </a:solidFill>
              <a:ea typeface="Arial Unicode MS" pitchFamily="34" charset="-128"/>
              <a:cs typeface="Calibri" panose="020F0502020204030204" pitchFamily="34" charset="0"/>
            </a:endParaRPr>
          </a:p>
        </p:txBody>
      </p:sp>
      <p:sp>
        <p:nvSpPr>
          <p:cNvPr id="2055" name="TextBox 30">
            <a:extLst>
              <a:ext uri="{FF2B5EF4-FFF2-40B4-BE49-F238E27FC236}">
                <a16:creationId xmlns:a16="http://schemas.microsoft.com/office/drawing/2014/main" id="{A6CC2ABF-6A85-4D52-9FE2-C24A428E4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288163"/>
            <a:ext cx="28092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>
                <a:solidFill>
                  <a:srgbClr val="21425A"/>
                </a:solidFill>
              </a:rPr>
              <a:t>Contact:  contact@ohdsi.org</a:t>
            </a:r>
          </a:p>
        </p:txBody>
      </p:sp>
      <p:sp>
        <p:nvSpPr>
          <p:cNvPr id="2056" name="TextBox 61">
            <a:extLst>
              <a:ext uri="{FF2B5EF4-FFF2-40B4-BE49-F238E27FC236}">
                <a16:creationId xmlns:a16="http://schemas.microsoft.com/office/drawing/2014/main" id="{CAB6D9A9-B0E0-428E-968E-8AE1B5AEF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21793200"/>
            <a:ext cx="198215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/>
            <a:r>
              <a:rPr lang="en-US" altLang="en-US" sz="3600">
                <a:solidFill>
                  <a:srgbClr val="21425A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rPr>
              <a:t>Put text here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5E5D4E-55CF-41BD-8A66-10471490C0F8}"/>
              </a:ext>
            </a:extLst>
          </p:cNvPr>
          <p:cNvSpPr/>
          <p:nvPr/>
        </p:nvSpPr>
        <p:spPr>
          <a:xfrm>
            <a:off x="22707600" y="20269200"/>
            <a:ext cx="20088225" cy="879475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4400" b="1" dirty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8689FC-A82A-4E46-A654-B771EE0E9F72}"/>
              </a:ext>
            </a:extLst>
          </p:cNvPr>
          <p:cNvSpPr/>
          <p:nvPr/>
        </p:nvSpPr>
        <p:spPr>
          <a:xfrm>
            <a:off x="787400" y="6927850"/>
            <a:ext cx="19405600" cy="879475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4400" b="1" dirty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589081-5506-4DAA-B865-B9CDBD1FC4BD}"/>
              </a:ext>
            </a:extLst>
          </p:cNvPr>
          <p:cNvSpPr/>
          <p:nvPr/>
        </p:nvSpPr>
        <p:spPr>
          <a:xfrm>
            <a:off x="22666325" y="6956425"/>
            <a:ext cx="20129500" cy="876300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4400" b="1" dirty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3306A9C-4094-43BB-BD7C-D824A778828B}"/>
              </a:ext>
            </a:extLst>
          </p:cNvPr>
          <p:cNvSpPr/>
          <p:nvPr/>
        </p:nvSpPr>
        <p:spPr>
          <a:xfrm>
            <a:off x="538163" y="20269200"/>
            <a:ext cx="19654837" cy="879475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4400" b="1" dirty="0">
                <a:solidFill>
                  <a:srgbClr val="FFFFFF"/>
                </a:solidFill>
              </a:rPr>
              <a:t>Methods</a:t>
            </a:r>
          </a:p>
        </p:txBody>
      </p:sp>
      <p:pic>
        <p:nvPicPr>
          <p:cNvPr id="2061" name="Picture 2">
            <a:extLst>
              <a:ext uri="{FF2B5EF4-FFF2-40B4-BE49-F238E27FC236}">
                <a16:creationId xmlns:a16="http://schemas.microsoft.com/office/drawing/2014/main" id="{317F9182-CB4F-46D2-B720-E718541DA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-82550"/>
            <a:ext cx="5692775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1">
            <a:extLst>
              <a:ext uri="{FF2B5EF4-FFF2-40B4-BE49-F238E27FC236}">
                <a16:creationId xmlns:a16="http://schemas.microsoft.com/office/drawing/2014/main" id="{E20E01DD-F226-42C2-96D6-49CD76089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681038"/>
            <a:ext cx="3635692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ts val="9875"/>
              </a:lnSpc>
            </a:pPr>
            <a:r>
              <a:rPr lang="en-US" altLang="en-US" sz="7200" b="1">
                <a:solidFill>
                  <a:srgbClr val="21425A"/>
                </a:solidFill>
                <a:latin typeface="Calibri" panose="020F0502020204030204" pitchFamily="34" charset="0"/>
              </a:rPr>
              <a:t>Title here</a:t>
            </a:r>
          </a:p>
        </p:txBody>
      </p:sp>
      <p:sp>
        <p:nvSpPr>
          <p:cNvPr id="3075" name="TextBox 2">
            <a:extLst>
              <a:ext uri="{FF2B5EF4-FFF2-40B4-BE49-F238E27FC236}">
                <a16:creationId xmlns:a16="http://schemas.microsoft.com/office/drawing/2014/main" id="{A1D6E3CF-8A07-43E0-8A96-FF8AFB50D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2493963"/>
            <a:ext cx="36315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>
                <a:solidFill>
                  <a:srgbClr val="21425A"/>
                </a:solidFill>
                <a:latin typeface="Calibri" panose="020F0502020204030204" pitchFamily="34" charset="0"/>
              </a:rPr>
              <a:t>Authors and affiliations</a:t>
            </a:r>
          </a:p>
        </p:txBody>
      </p:sp>
      <p:sp>
        <p:nvSpPr>
          <p:cNvPr id="3076" name="TextBox 9">
            <a:extLst>
              <a:ext uri="{FF2B5EF4-FFF2-40B4-BE49-F238E27FC236}">
                <a16:creationId xmlns:a16="http://schemas.microsoft.com/office/drawing/2014/main" id="{8AE771C8-B9BD-4A50-B3D5-B67A6E8E3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8153400"/>
            <a:ext cx="130111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/>
            <a:r>
              <a:rPr lang="en-US" altLang="en-US" sz="3600">
                <a:solidFill>
                  <a:srgbClr val="21425A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rPr>
              <a:t>Put text here</a:t>
            </a:r>
          </a:p>
        </p:txBody>
      </p:sp>
      <p:sp>
        <p:nvSpPr>
          <p:cNvPr id="3077" name="TextBox 45">
            <a:extLst>
              <a:ext uri="{FF2B5EF4-FFF2-40B4-BE49-F238E27FC236}">
                <a16:creationId xmlns:a16="http://schemas.microsoft.com/office/drawing/2014/main" id="{D60D05CA-DD1C-4E72-9D45-D2C52773B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79988" y="8153400"/>
            <a:ext cx="13052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/>
            <a:r>
              <a:rPr lang="en-US" altLang="en-US" sz="3600">
                <a:solidFill>
                  <a:srgbClr val="21425A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rPr>
              <a:t>Put text here</a:t>
            </a:r>
          </a:p>
        </p:txBody>
      </p:sp>
      <p:sp>
        <p:nvSpPr>
          <p:cNvPr id="3078" name="TextBox 30">
            <a:extLst>
              <a:ext uri="{FF2B5EF4-FFF2-40B4-BE49-F238E27FC236}">
                <a16:creationId xmlns:a16="http://schemas.microsoft.com/office/drawing/2014/main" id="{3C8F33AB-DE6D-4387-AF5E-D71119AB0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288163"/>
            <a:ext cx="28092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>
                <a:solidFill>
                  <a:srgbClr val="21425A"/>
                </a:solidFill>
              </a:rPr>
              <a:t>Contact:  contact@ohdsi.org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8689FC-A82A-4E46-A654-B771EE0E9F72}"/>
              </a:ext>
            </a:extLst>
          </p:cNvPr>
          <p:cNvSpPr/>
          <p:nvPr/>
        </p:nvSpPr>
        <p:spPr>
          <a:xfrm>
            <a:off x="787400" y="6943725"/>
            <a:ext cx="13011150" cy="990600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4400" b="1" dirty="0">
                <a:solidFill>
                  <a:srgbClr val="FFFFFF"/>
                </a:solidFill>
              </a:rPr>
              <a:t>Abstract</a:t>
            </a:r>
          </a:p>
        </p:txBody>
      </p:sp>
      <p:pic>
        <p:nvPicPr>
          <p:cNvPr id="3080" name="Picture 2">
            <a:extLst>
              <a:ext uri="{FF2B5EF4-FFF2-40B4-BE49-F238E27FC236}">
                <a16:creationId xmlns:a16="http://schemas.microsoft.com/office/drawing/2014/main" id="{1A698E56-10AB-456B-9970-9A4DC8485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-82550"/>
            <a:ext cx="5692775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36E3F58-A7F7-4276-957C-4FA8A962BA78}"/>
              </a:ext>
            </a:extLst>
          </p:cNvPr>
          <p:cNvSpPr/>
          <p:nvPr/>
        </p:nvSpPr>
        <p:spPr>
          <a:xfrm>
            <a:off x="15605125" y="6943725"/>
            <a:ext cx="13009563" cy="990600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44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B05DDA-1E9D-4AB2-A454-95D7ADF7B882}"/>
              </a:ext>
            </a:extLst>
          </p:cNvPr>
          <p:cNvSpPr/>
          <p:nvPr/>
        </p:nvSpPr>
        <p:spPr>
          <a:xfrm>
            <a:off x="30421263" y="6943725"/>
            <a:ext cx="13011150" cy="990600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4400" b="1" dirty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3083" name="TextBox 45">
            <a:extLst>
              <a:ext uri="{FF2B5EF4-FFF2-40B4-BE49-F238E27FC236}">
                <a16:creationId xmlns:a16="http://schemas.microsoft.com/office/drawing/2014/main" id="{BEB78723-E306-4E05-ADD3-42CD3D493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5125" y="8153400"/>
            <a:ext cx="130508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/>
            <a:r>
              <a:rPr lang="en-US" altLang="en-US" sz="3600">
                <a:solidFill>
                  <a:srgbClr val="21425A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rPr>
              <a:t>Put text here</a:t>
            </a:r>
          </a:p>
        </p:txBody>
      </p:sp>
      <p:sp>
        <p:nvSpPr>
          <p:cNvPr id="3084" name="TextBox 9">
            <a:extLst>
              <a:ext uri="{FF2B5EF4-FFF2-40B4-BE49-F238E27FC236}">
                <a16:creationId xmlns:a16="http://schemas.microsoft.com/office/drawing/2014/main" id="{6AAC4C3D-8181-48F2-AD27-52685A1AB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21763038"/>
            <a:ext cx="130095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/>
            <a:r>
              <a:rPr lang="en-US" altLang="en-US" sz="3600">
                <a:solidFill>
                  <a:srgbClr val="21425A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rPr>
              <a:t>Put text here</a:t>
            </a:r>
          </a:p>
        </p:txBody>
      </p:sp>
      <p:sp>
        <p:nvSpPr>
          <p:cNvPr id="3085" name="TextBox 45">
            <a:extLst>
              <a:ext uri="{FF2B5EF4-FFF2-40B4-BE49-F238E27FC236}">
                <a16:creationId xmlns:a16="http://schemas.microsoft.com/office/drawing/2014/main" id="{163D239D-7BE4-4B8B-B929-FA6CF5230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5838" y="21763038"/>
            <a:ext cx="130508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/>
            <a:r>
              <a:rPr lang="en-US" altLang="en-US" sz="3600">
                <a:solidFill>
                  <a:srgbClr val="21425A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rPr>
              <a:t>Put text here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71994E-AD82-40CC-ADE6-35D80D36D717}"/>
              </a:ext>
            </a:extLst>
          </p:cNvPr>
          <p:cNvSpPr/>
          <p:nvPr/>
        </p:nvSpPr>
        <p:spPr>
          <a:xfrm>
            <a:off x="603250" y="20553363"/>
            <a:ext cx="13009563" cy="990600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4400" b="1" dirty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852D29-998B-426A-9035-FB534DC93ED5}"/>
              </a:ext>
            </a:extLst>
          </p:cNvPr>
          <p:cNvSpPr/>
          <p:nvPr/>
        </p:nvSpPr>
        <p:spPr>
          <a:xfrm>
            <a:off x="15419388" y="20553363"/>
            <a:ext cx="13011150" cy="990600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4400" b="1" dirty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90EBBA-3680-4C6F-80B6-701A6441A1AB}"/>
              </a:ext>
            </a:extLst>
          </p:cNvPr>
          <p:cNvSpPr/>
          <p:nvPr/>
        </p:nvSpPr>
        <p:spPr>
          <a:xfrm>
            <a:off x="30237113" y="20553363"/>
            <a:ext cx="13009562" cy="990600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4400" b="1" dirty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3089" name="TextBox 45">
            <a:extLst>
              <a:ext uri="{FF2B5EF4-FFF2-40B4-BE49-F238E27FC236}">
                <a16:creationId xmlns:a16="http://schemas.microsoft.com/office/drawing/2014/main" id="{D2961285-E0D8-41B8-9158-85A895C4A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9388" y="21763038"/>
            <a:ext cx="130524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/>
            <a:r>
              <a:rPr lang="en-US" altLang="en-US" sz="3600">
                <a:solidFill>
                  <a:srgbClr val="21425A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rPr>
              <a:t>Put text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26654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5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26654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5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64</Words>
  <Application>Microsoft Office PowerPoint</Application>
  <PresentationFormat>Custom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Default Design</vt:lpstr>
      <vt:lpstr>PowerPoint Presentation</vt:lpstr>
      <vt:lpstr>PowerPoint Presentation</vt:lpstr>
    </vt:vector>
  </TitlesOfParts>
  <Company>Marathon Multimedia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Elisse Katzman</cp:lastModifiedBy>
  <cp:revision>186</cp:revision>
  <dcterms:created xsi:type="dcterms:W3CDTF">2004-07-28T17:29:38Z</dcterms:created>
  <dcterms:modified xsi:type="dcterms:W3CDTF">2020-04-29T16:05:37Z</dcterms:modified>
</cp:coreProperties>
</file>
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LLM-Grounded ICD-to-OMOP Mapping with OHDSI Vocabulary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Authors | Affiliation | OHDSI Poster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1: Background &amp; Problem</a:t>
            </a:r>
          </a:p>
          <a:p/>
          <a:p>
            <a:r>
              <a:t>- Clinical text → structured data gap</a:t>
            </a:r>
          </a:p>
          <a:p>
            <a:r>
              <a:t>- LLMs introduce hallucinated codes</a:t>
            </a:r>
          </a:p>
          <a:p>
            <a:r>
              <a:t>- No OMOP validation in existing pipelines</a:t>
            </a:r>
          </a:p>
          <a:p/>
          <a:p>
            <a:r>
              <a:t>Figure 1: Manual vs LLM pipeline diagram</a:t>
            </a:r>
          </a:p>
          <a:p>
            <a:r>
              <a:t>Figure 2: Ungrounded pipeline (no validation)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2: Methods (Core)</a:t>
            </a:r>
          </a:p>
          <a:p/>
          <a:p>
            <a:r>
              <a:t>FIGURE 3: APP SCREENSHOT PLACEHOLDER</a:t>
            </a:r>
          </a:p>
          <a:p>
            <a:r>
              <a:t>[INSERT STREAMLIT APP IMAGE HERE]</a:t>
            </a:r>
          </a:p>
          <a:p/>
          <a:p>
            <a:r>
              <a:t>- ICD extraction (Llama 3.2)</a:t>
            </a:r>
          </a:p>
          <a:p>
            <a:r>
              <a:t>- OMOP mapping module</a:t>
            </a:r>
          </a:p>
          <a:p>
            <a:r>
              <a:t>- OHDSI Athena validation layer</a:t>
            </a:r>
          </a:p>
          <a:p/>
          <a:p>
            <a:r>
              <a:t>Figure 4: System architecture</a:t>
            </a:r>
          </a:p>
          <a:p>
            <a:r>
              <a:t>Figure 5: Grounded vs Ungrounded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COLUMN 3: Results &amp; Impact</a:t>
            </a:r>
          </a:p>
          <a:p/>
          <a:p>
            <a:r>
              <a:t>Figure 6: Evaluation pipeline</a:t>
            </a:r>
          </a:p>
          <a:p>
            <a:r>
              <a:t>Figure 7: Metrics (Validity ↑, Hallucination ↓)</a:t>
            </a:r>
          </a:p>
          <a:p/>
          <a:p>
            <a:r>
              <a:t>Key Findings:</a:t>
            </a:r>
          </a:p>
          <a:p>
            <a:r>
              <a:t>- Grounding improves OMOP validity</a:t>
            </a:r>
          </a:p>
          <a:p>
            <a:r>
              <a:t>- Reduces hallucinations</a:t>
            </a:r>
          </a:p>
          <a:p>
            <a:r>
              <a:t>- Enables OHDSI integration</a:t>
            </a:r>
          </a:p>
          <a:p/>
          <a:p>
            <a:r>
              <a:t>Figure 8: OHDSI ecosystem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Future Work: SNOMED extension | MIMIC-IV benchmarking | ATLAS cohort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